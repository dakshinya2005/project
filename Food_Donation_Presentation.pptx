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Food Donation Web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a Node.js &amp; Firebase-based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Food Donation Web Application connects food donors with NGOs.</a:t>
            </a:r>
          </a:p>
          <a:p>
            <a:r>
              <a:t>Aims to reduce food waste and hunger by redistributing surplus food.</a:t>
            </a:r>
          </a:p>
          <a:p>
            <a:r>
              <a:t>Built using Node.js for backend and Firebase for real-time data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Node.js (server-side JavaScript runtime)</a:t>
            </a:r>
          </a:p>
          <a:p>
            <a:r>
              <a:t>• Express.js (web framework for Node.js)</a:t>
            </a:r>
          </a:p>
          <a:p>
            <a:r>
              <a:t>• Firebase (database and authentication)</a:t>
            </a:r>
          </a:p>
          <a:p>
            <a:r>
              <a:t>• EJS / HTML / CSS (frontend)</a:t>
            </a:r>
          </a:p>
          <a:p>
            <a:r>
              <a:t>• npm (package manager)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Donor registration and login</a:t>
            </a:r>
          </a:p>
          <a:p>
            <a:r>
              <a:t>• Posting available food donations</a:t>
            </a:r>
          </a:p>
          <a:p>
            <a:r>
              <a:t>• NGO login and request system</a:t>
            </a:r>
          </a:p>
          <a:p>
            <a:r>
              <a:t>• Firebase integration for real-time data</a:t>
            </a:r>
          </a:p>
          <a:p>
            <a:r>
              <a:t>• Admin oversight (optional)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Donor logs in and submits food availability</a:t>
            </a:r>
          </a:p>
          <a:p>
            <a:r>
              <a:t>2. Food details are saved in Firebase</a:t>
            </a:r>
          </a:p>
          <a:p>
            <a:r>
              <a:t>3. NGO views and accepts donation requests</a:t>
            </a:r>
          </a:p>
          <a:p>
            <a:r>
              <a:t>4. Backend manages data and routes via Express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server.js - Main Node.js backend file</a:t>
            </a:r>
          </a:p>
          <a:p>
            <a:r>
              <a:t>• firebase-config.js - Firebase frontend settings</a:t>
            </a:r>
          </a:p>
          <a:p>
            <a:r>
              <a:t>• key.json - Firebase Admin SDK credentials</a:t>
            </a:r>
          </a:p>
          <a:p>
            <a:r>
              <a:t>• package.json - Dependencies and scripts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 the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Install dependencies: npm install</a:t>
            </a:r>
          </a:p>
          <a:p>
            <a:r>
              <a:t>2. Start server: node server.js</a:t>
            </a:r>
          </a:p>
          <a:p>
            <a:r>
              <a:t>3. Access the application on localhost</a:t>
            </a:r>
          </a:p>
          <a:p>
            <a:r>
              <a:t>4. Ensure Firebase configuration is correct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system automates food donation logistics.</a:t>
            </a:r>
          </a:p>
          <a:p>
            <a:r>
              <a:t>• Helps fight food waste and hunger.</a:t>
            </a:r>
          </a:p>
          <a:p>
            <a:r>
              <a:t>• Easy to deploy and scale using Firebase and Node.js.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